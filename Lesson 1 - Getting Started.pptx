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1C9991-06F2-4AA5-A8A2-5F8CCAA08AF0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766CB7-3930-467B-A972-E0AEDBA037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8342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Edit &gt; Preferences &gt; General &gt; Theme Mode: Light/Dark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766CB7-3930-467B-A972-E0AEDBA0373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00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66BB7-FD64-1709-1AA9-4ACD70DDD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54C1D1-315D-3A5E-FF9B-11F64CF3F0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20696-4BF8-67AD-D2F2-D2C2D7DF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72CCD-A29F-4AAD-8909-44C18029180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5CF7F-BC75-52EA-0407-4A8BC687C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C0C3C-DF68-0EB9-B90B-8BFD78540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106E-B24B-44D6-9B6B-585FF2BEE1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29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C429-FBFA-CEC1-3296-5A1CCB38F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A6C1E-DEE7-A740-F0F1-8268A6359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3EBB4-0926-8091-9402-F856851B3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72CCD-A29F-4AAD-8909-44C18029180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8A99B-BA0C-BFBC-D4E1-98055603A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8B8F1-8508-3788-B831-FFC5BFAA2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106E-B24B-44D6-9B6B-585FF2BEE1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8023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EE008-0F5F-27C7-8F6B-CEF3E19D1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3E4BB-144F-4827-A683-30BA5113B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FEF8C-DE84-61A9-89F7-69C4B7B31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72CCD-A29F-4AAD-8909-44C18029180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15E8A-A33F-0DEE-018D-17C0C79B1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5D873-95F5-530C-B813-3FCACC40E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106E-B24B-44D6-9B6B-585FF2BEE1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18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5F8DA-2653-D8C6-844E-8DB05CB65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65FED-D44C-D999-F232-CC7C63D89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572BB-2C85-CBD6-5618-20AFAD398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3CB41-0369-3A3D-E8D5-AFE60D26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72CCD-A29F-4AAD-8909-44C18029180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5A487-42D9-471A-3B38-2D947FCA0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B85BB-BD10-4DF8-7DE4-BE4A641EB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106E-B24B-44D6-9B6B-585FF2BEE1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8383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EC6F2-00BB-5D8A-D3C2-06BAC54CA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63951-611B-25C8-6FD9-B7CD061FD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A576D-CF8A-AC45-2FA6-6EAB80158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9BF8B-C68D-95C3-018C-E1DA4BDF6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82F63C-5196-048D-2F4E-67D17DC474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B27AD-F331-F92A-BBCA-E49666ACB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72CCD-A29F-4AAD-8909-44C18029180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6189F2-D3C5-0C58-6BB6-F2D154783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E4E019-4904-1D7E-BE22-4CF5505A0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106E-B24B-44D6-9B6B-585FF2BEE1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617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BE451-4874-4832-8077-3C8537562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C47C85-9E31-1DC6-A7AB-FAFE4A0F2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72CCD-A29F-4AAD-8909-44C18029180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21656C-C920-FBD8-1516-3A7F7441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BC11B-7E2E-9C56-16AD-267874ACA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106E-B24B-44D6-9B6B-585FF2BEE1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726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15E178-88C3-8F28-BE93-910506646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72CCD-A29F-4AAD-8909-44C18029180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77E9F-08A0-33AE-09A8-5A33D4DF7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38750-77E2-B9DD-7DC4-8976B1852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106E-B24B-44D6-9B6B-585FF2BEE1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45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F7DD-83CC-F6AF-1311-90FF78791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A48E5-0221-62A6-F48C-ADFFF5033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75189-2CAC-9416-C5B6-0282C6014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CC690-7235-E2AB-37DF-BCF1917BE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72CCD-A29F-4AAD-8909-44C18029180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95A52-2620-8F5C-A12E-A8D157AA5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74590-18E0-2F6A-59B7-F88B5F58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106E-B24B-44D6-9B6B-585FF2BEE1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0571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D84BC-536F-651F-E0D8-917D4DAA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991D3D-B997-0364-9F53-376F9ED697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5C9E5-ED46-5532-1C99-3E9F3B230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7EFFE-FDB7-54BF-5DBA-1E7EF78E3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72CCD-A29F-4AAD-8909-44C18029180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51A27-4758-FE98-A2AD-B341F51C5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BCECD-9C97-E834-64C5-53F8BA58D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106E-B24B-44D6-9B6B-585FF2BEE1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6257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3F115-35CD-8BB5-88E6-7831AFDD9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B3794-61BC-B84C-905E-F7F28297B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AC705-9D89-BD63-06E7-37F8C0D61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72CCD-A29F-4AAD-8909-44C18029180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92A11-CE1C-D9BF-B05F-E8F7E5A67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7E806-B217-2E35-1F63-573DAF535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106E-B24B-44D6-9B6B-585FF2BEE1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61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DB617E-3B2B-9157-E294-A4A3FE8927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75C9FA-67C1-788E-ACCF-1BF362624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C8186-B093-5279-E22D-501A17481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72CCD-A29F-4AAD-8909-44C18029180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DF1A7-E598-FE10-A8ED-D392F6015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8F960-D3CF-4793-7DE2-BD1E2AC6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106E-B24B-44D6-9B6B-585FF2BEE1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666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9EE999-62FF-BA6C-E351-C51395E46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704BC0-17E3-EE4E-E03F-4C4A156EA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A4B93-D45A-8CA8-9696-17F28E249D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72CCD-A29F-4AAD-8909-44C18029180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D3D87-BCB1-16FA-3B15-22AD428A27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36CF7-0C51-D50A-094B-1B67AA81D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03106E-B24B-44D6-9B6B-585FF2BEE1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773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-YIEl2pVbAA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gi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75B34-33A7-3C87-1D62-77698417A8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1 - Keys of Pixel Art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6ED74-9470-F456-2576-5963594BE4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Pixel Art Club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6E7B9D-E9D3-B9FA-C337-874D90A2F8A2}"/>
              </a:ext>
            </a:extLst>
          </p:cNvPr>
          <p:cNvSpPr txBox="1"/>
          <p:nvPr/>
        </p:nvSpPr>
        <p:spPr>
          <a:xfrm>
            <a:off x="0" y="0"/>
            <a:ext cx="6646606" cy="3834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Pixel Art Club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60C10-8B49-9E1D-98F2-9EB818458BDE}"/>
              </a:ext>
            </a:extLst>
          </p:cNvPr>
          <p:cNvSpPr txBox="1"/>
          <p:nvPr/>
        </p:nvSpPr>
        <p:spPr>
          <a:xfrm>
            <a:off x="8996516" y="0"/>
            <a:ext cx="3180736" cy="38345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L1- Keys of Pixel 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5816CC-02D9-86F2-E761-E4D80E29E4C9}"/>
              </a:ext>
            </a:extLst>
          </p:cNvPr>
          <p:cNvSpPr txBox="1"/>
          <p:nvPr/>
        </p:nvSpPr>
        <p:spPr>
          <a:xfrm>
            <a:off x="6646606" y="0"/>
            <a:ext cx="2349910" cy="3834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Topic 1 - Basics</a:t>
            </a:r>
          </a:p>
        </p:txBody>
      </p:sp>
      <p:pic>
        <p:nvPicPr>
          <p:cNvPr id="1026" name="Picture 2" descr="Aseprite - Wikipedia">
            <a:extLst>
              <a:ext uri="{FF2B5EF4-FFF2-40B4-BE49-F238E27FC236}">
                <a16:creationId xmlns:a16="http://schemas.microsoft.com/office/drawing/2014/main" id="{36E978B6-1D66-1A52-3D94-AD6155677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730242"/>
            <a:ext cx="1052052" cy="112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A308E66-4280-9FE9-71EF-732813509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793" y="5610839"/>
            <a:ext cx="2920181" cy="124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151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4576-3E9F-759E-59C1-B6502E539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What is Pixel Art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3397C-A6E8-BB34-3AEF-C157292532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From Mario to Forager, it is a certain type of art that brings home an old, retro feel to games and sometimes packaging.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244E16-BAFC-6171-2383-63F401AE5B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Comprised of little squares, it is an artform that has no limits. It is an infinite canvas, and the limit is only your drive size!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8FB58A-FAC6-E414-D047-3861B4605F01}"/>
              </a:ext>
            </a:extLst>
          </p:cNvPr>
          <p:cNvSpPr txBox="1"/>
          <p:nvPr/>
        </p:nvSpPr>
        <p:spPr>
          <a:xfrm>
            <a:off x="0" y="0"/>
            <a:ext cx="6646606" cy="3834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Pixel Art Club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70EBAD-1520-F62E-1104-EEF01CC0F60A}"/>
              </a:ext>
            </a:extLst>
          </p:cNvPr>
          <p:cNvSpPr txBox="1"/>
          <p:nvPr/>
        </p:nvSpPr>
        <p:spPr>
          <a:xfrm>
            <a:off x="8996516" y="0"/>
            <a:ext cx="3180736" cy="38345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L1- Keys of Pixel Art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FF0D2-E7FB-2A2F-09D7-046F94DBB74A}"/>
              </a:ext>
            </a:extLst>
          </p:cNvPr>
          <p:cNvSpPr txBox="1"/>
          <p:nvPr/>
        </p:nvSpPr>
        <p:spPr>
          <a:xfrm>
            <a:off x="6646606" y="0"/>
            <a:ext cx="2349910" cy="3834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Topic 1 - Basics</a:t>
            </a:r>
          </a:p>
        </p:txBody>
      </p:sp>
    </p:spTree>
    <p:extLst>
      <p:ext uri="{BB962C8B-B14F-4D97-AF65-F5344CB8AC3E}">
        <p14:creationId xmlns:p14="http://schemas.microsoft.com/office/powerpoint/2010/main" val="4117314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C163-02BF-28A1-CA3B-A92D12064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will you learn?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95A63-72FD-7628-4162-B764244F8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 this club, you will learn many things; some of the key aspects are:</a:t>
            </a:r>
          </a:p>
          <a:p>
            <a:r>
              <a:rPr lang="en-GB" dirty="0"/>
              <a:t>Proportions</a:t>
            </a:r>
          </a:p>
          <a:p>
            <a:r>
              <a:rPr lang="en-GB" dirty="0"/>
              <a:t>Animation (Stretch frames, onions)</a:t>
            </a:r>
          </a:p>
          <a:p>
            <a:r>
              <a:rPr lang="en-GB" dirty="0"/>
              <a:t>Basic &amp; Intermediate art theory</a:t>
            </a:r>
          </a:p>
          <a:p>
            <a:r>
              <a:rPr lang="en-GB" dirty="0"/>
              <a:t>How to design characters for different settings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This all builds up to where you will design your own character and enemies and get to play and take home your own personalised game.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874F4D-5E81-49DE-23B9-4DC6B79C9EB9}"/>
              </a:ext>
            </a:extLst>
          </p:cNvPr>
          <p:cNvSpPr txBox="1"/>
          <p:nvPr/>
        </p:nvSpPr>
        <p:spPr>
          <a:xfrm>
            <a:off x="0" y="0"/>
            <a:ext cx="6646606" cy="3834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Pixel Art Club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240FAF-8BE3-F73A-FE37-956D09DEE4EF}"/>
              </a:ext>
            </a:extLst>
          </p:cNvPr>
          <p:cNvSpPr txBox="1"/>
          <p:nvPr/>
        </p:nvSpPr>
        <p:spPr>
          <a:xfrm>
            <a:off x="8996516" y="0"/>
            <a:ext cx="3180736" cy="38345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L1- Keys of Pixel 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30B40A-032A-4169-19C1-B004F450C7D3}"/>
              </a:ext>
            </a:extLst>
          </p:cNvPr>
          <p:cNvSpPr txBox="1"/>
          <p:nvPr/>
        </p:nvSpPr>
        <p:spPr>
          <a:xfrm>
            <a:off x="6646606" y="0"/>
            <a:ext cx="2349910" cy="3834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Topic 1 - Basics</a:t>
            </a:r>
          </a:p>
        </p:txBody>
      </p:sp>
    </p:spTree>
    <p:extLst>
      <p:ext uri="{BB962C8B-B14F-4D97-AF65-F5344CB8AC3E}">
        <p14:creationId xmlns:p14="http://schemas.microsoft.com/office/powerpoint/2010/main" val="460864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77CD-B976-BB26-40A3-077A9356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Getting Started – Layout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9C9091-9845-2CE2-722D-74EA267F3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500" y="1494503"/>
            <a:ext cx="7840999" cy="44069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3C97D7-BFB8-6ABA-B9EF-C1D47D085D6F}"/>
              </a:ext>
            </a:extLst>
          </p:cNvPr>
          <p:cNvSpPr txBox="1"/>
          <p:nvPr/>
        </p:nvSpPr>
        <p:spPr>
          <a:xfrm>
            <a:off x="0" y="6492875"/>
            <a:ext cx="48768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If you want dark mode, put your hand up now!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D3236F9-405A-CFC9-20FE-99C147F2EBBC}"/>
              </a:ext>
            </a:extLst>
          </p:cNvPr>
          <p:cNvCxnSpPr/>
          <p:nvPr/>
        </p:nvCxnSpPr>
        <p:spPr>
          <a:xfrm flipH="1" flipV="1">
            <a:off x="1425677" y="2369574"/>
            <a:ext cx="749823" cy="14748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85AA004-A486-0AEA-2690-2E957BD5CD68}"/>
              </a:ext>
            </a:extLst>
          </p:cNvPr>
          <p:cNvSpPr txBox="1"/>
          <p:nvPr/>
        </p:nvSpPr>
        <p:spPr>
          <a:xfrm>
            <a:off x="0" y="1690688"/>
            <a:ext cx="14256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The Colour Palette</a:t>
            </a:r>
            <a:r>
              <a:rPr lang="en-GB" dirty="0"/>
              <a:t>. This is your toolbox for every colour you may ever need.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52AC2B-96F7-37C6-3EE8-489C46CAD2F9}"/>
              </a:ext>
            </a:extLst>
          </p:cNvPr>
          <p:cNvCxnSpPr>
            <a:cxnSpLocks/>
          </p:cNvCxnSpPr>
          <p:nvPr/>
        </p:nvCxnSpPr>
        <p:spPr>
          <a:xfrm flipH="1">
            <a:off x="1425677" y="4851391"/>
            <a:ext cx="749822" cy="436529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CCF8BDB-78A8-BA2A-AD83-2893BACF0CC8}"/>
              </a:ext>
            </a:extLst>
          </p:cNvPr>
          <p:cNvSpPr txBox="1"/>
          <p:nvPr/>
        </p:nvSpPr>
        <p:spPr>
          <a:xfrm>
            <a:off x="104467" y="3953282"/>
            <a:ext cx="16961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The Colour Selector</a:t>
            </a:r>
            <a:r>
              <a:rPr lang="en-GB" dirty="0"/>
              <a:t>. If a colour in the colour palette is not doing what you want it to, make it here!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FF34A75-D3A1-BF64-FFD5-D0C4DCDD1D62}"/>
              </a:ext>
            </a:extLst>
          </p:cNvPr>
          <p:cNvCxnSpPr>
            <a:cxnSpLocks/>
          </p:cNvCxnSpPr>
          <p:nvPr/>
        </p:nvCxnSpPr>
        <p:spPr>
          <a:xfrm>
            <a:off x="6539736" y="5683223"/>
            <a:ext cx="500161" cy="578383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5739228-D5C9-6ADD-C2A4-7CF97385FFE0}"/>
              </a:ext>
            </a:extLst>
          </p:cNvPr>
          <p:cNvSpPr txBox="1"/>
          <p:nvPr/>
        </p:nvSpPr>
        <p:spPr>
          <a:xfrm>
            <a:off x="6539736" y="6209834"/>
            <a:ext cx="4454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The Animation Panel. </a:t>
            </a:r>
            <a:r>
              <a:rPr lang="en-GB" dirty="0"/>
              <a:t>If you are animating, this is where the frames would appear.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B5A99B-1985-B112-3B3B-91DBC715C2A1}"/>
              </a:ext>
            </a:extLst>
          </p:cNvPr>
          <p:cNvSpPr txBox="1"/>
          <p:nvPr/>
        </p:nvSpPr>
        <p:spPr>
          <a:xfrm>
            <a:off x="0" y="0"/>
            <a:ext cx="6646606" cy="3834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Pixel Art Club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55774E-1C4F-4DE3-0797-0F0E95D7856D}"/>
              </a:ext>
            </a:extLst>
          </p:cNvPr>
          <p:cNvSpPr txBox="1"/>
          <p:nvPr/>
        </p:nvSpPr>
        <p:spPr>
          <a:xfrm>
            <a:off x="8996516" y="0"/>
            <a:ext cx="3180736" cy="38345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L1- Keys of Pixel Art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B32BC5-BF81-6CF4-702C-090A5FFB3BDC}"/>
              </a:ext>
            </a:extLst>
          </p:cNvPr>
          <p:cNvSpPr txBox="1"/>
          <p:nvPr/>
        </p:nvSpPr>
        <p:spPr>
          <a:xfrm>
            <a:off x="6646606" y="0"/>
            <a:ext cx="2349910" cy="3834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Topic 1 - Basics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CC5EA2E-3F28-47F5-A299-EFBA46F2DAA6}"/>
              </a:ext>
            </a:extLst>
          </p:cNvPr>
          <p:cNvCxnSpPr>
            <a:cxnSpLocks/>
          </p:cNvCxnSpPr>
          <p:nvPr/>
        </p:nvCxnSpPr>
        <p:spPr>
          <a:xfrm flipV="1">
            <a:off x="9964405" y="2981848"/>
            <a:ext cx="427006" cy="4921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CB0A64A-B8DD-7D3F-7746-8A4A334B1E10}"/>
              </a:ext>
            </a:extLst>
          </p:cNvPr>
          <p:cNvSpPr txBox="1"/>
          <p:nvPr/>
        </p:nvSpPr>
        <p:spPr>
          <a:xfrm>
            <a:off x="10391411" y="2242121"/>
            <a:ext cx="16776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The Toolbar. </a:t>
            </a:r>
            <a:r>
              <a:rPr lang="en-GB" dirty="0"/>
              <a:t>Everything you will ever need to make art.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47EF13-CE89-20FE-0DAC-C2472EBBF13E}"/>
              </a:ext>
            </a:extLst>
          </p:cNvPr>
          <p:cNvCxnSpPr>
            <a:cxnSpLocks/>
          </p:cNvCxnSpPr>
          <p:nvPr/>
        </p:nvCxnSpPr>
        <p:spPr>
          <a:xfrm>
            <a:off x="9589493" y="4549627"/>
            <a:ext cx="724546" cy="30176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131E251-3EEC-A8D7-3E4D-786227FEDD8E}"/>
              </a:ext>
            </a:extLst>
          </p:cNvPr>
          <p:cNvSpPr txBox="1"/>
          <p:nvPr/>
        </p:nvSpPr>
        <p:spPr>
          <a:xfrm>
            <a:off x="10314039" y="3953282"/>
            <a:ext cx="16776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Preview Pane. </a:t>
            </a:r>
            <a:r>
              <a:rPr lang="en-GB" dirty="0"/>
              <a:t>Small, but powerful. Lets you see your sprite at any size without having to move the view.</a:t>
            </a:r>
          </a:p>
        </p:txBody>
      </p:sp>
    </p:spTree>
    <p:extLst>
      <p:ext uri="{BB962C8B-B14F-4D97-AF65-F5344CB8AC3E}">
        <p14:creationId xmlns:p14="http://schemas.microsoft.com/office/powerpoint/2010/main" val="3973907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B4208-27DC-3B2C-EE0B-D2D971651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– Basic Shapes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247565-720B-3A8F-6806-F98EA45BD221}"/>
              </a:ext>
            </a:extLst>
          </p:cNvPr>
          <p:cNvSpPr txBox="1"/>
          <p:nvPr/>
        </p:nvSpPr>
        <p:spPr>
          <a:xfrm>
            <a:off x="0" y="0"/>
            <a:ext cx="6646606" cy="3834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Pixel Art Club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B7B6C5-4F89-D20F-594F-E06C45300435}"/>
              </a:ext>
            </a:extLst>
          </p:cNvPr>
          <p:cNvSpPr txBox="1"/>
          <p:nvPr/>
        </p:nvSpPr>
        <p:spPr>
          <a:xfrm>
            <a:off x="8996516" y="0"/>
            <a:ext cx="3180736" cy="38345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L1- Keys of Pixel 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3360F1-5BB7-ADB1-32B3-2512A7144A2F}"/>
              </a:ext>
            </a:extLst>
          </p:cNvPr>
          <p:cNvSpPr txBox="1"/>
          <p:nvPr/>
        </p:nvSpPr>
        <p:spPr>
          <a:xfrm>
            <a:off x="6646606" y="0"/>
            <a:ext cx="2349910" cy="3834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Topic 1 - Basics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1AD745-BD6F-B408-890A-6E2835145610}"/>
              </a:ext>
            </a:extLst>
          </p:cNvPr>
          <p:cNvSpPr txBox="1"/>
          <p:nvPr/>
        </p:nvSpPr>
        <p:spPr>
          <a:xfrm>
            <a:off x="589935" y="1956619"/>
            <a:ext cx="28906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File &gt; New, and open, in the “Width” &amp; “Height” segment, choose 16 for both values. Leave the rest as they are.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A253B8-1102-3585-339C-092DB2FFD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751" y="1805799"/>
            <a:ext cx="2187130" cy="324640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94E5DB-729D-3209-7745-B0022A423A62}"/>
              </a:ext>
            </a:extLst>
          </p:cNvPr>
          <p:cNvCxnSpPr>
            <a:stCxn id="6" idx="2"/>
          </p:cNvCxnSpPr>
          <p:nvPr/>
        </p:nvCxnSpPr>
        <p:spPr>
          <a:xfrm>
            <a:off x="2035277" y="3433947"/>
            <a:ext cx="0" cy="75459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EBBC844-F002-C674-5491-8C0A5B20DC9E}"/>
              </a:ext>
            </a:extLst>
          </p:cNvPr>
          <p:cNvSpPr txBox="1"/>
          <p:nvPr/>
        </p:nvSpPr>
        <p:spPr>
          <a:xfrm>
            <a:off x="589935" y="4268444"/>
            <a:ext cx="28906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on the Page Icon in the Colour Palette and choose a palette that has lots of varying colours, I prefer to use “Google UI”.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7F8B3E3-7C0F-5AC9-F154-6F33EE876493}"/>
              </a:ext>
            </a:extLst>
          </p:cNvPr>
          <p:cNvCxnSpPr>
            <a:cxnSpLocks/>
          </p:cNvCxnSpPr>
          <p:nvPr/>
        </p:nvCxnSpPr>
        <p:spPr>
          <a:xfrm>
            <a:off x="3234813" y="5745772"/>
            <a:ext cx="1971367" cy="49279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C49CD9B-6135-630A-A172-4308F1B242A4}"/>
              </a:ext>
            </a:extLst>
          </p:cNvPr>
          <p:cNvSpPr txBox="1"/>
          <p:nvPr/>
        </p:nvSpPr>
        <p:spPr>
          <a:xfrm>
            <a:off x="5206180" y="5392005"/>
            <a:ext cx="28906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Draw a small character, the design is up to you, remember you can change brush size and colour.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93B84F-BCF3-AECA-E266-5AD0F59E7078}"/>
              </a:ext>
            </a:extLst>
          </p:cNvPr>
          <p:cNvSpPr txBox="1"/>
          <p:nvPr/>
        </p:nvSpPr>
        <p:spPr>
          <a:xfrm>
            <a:off x="9286568" y="566241"/>
            <a:ext cx="2890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 you are stuck for inspiration, try making Bill Cypher!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D480C27-A957-FA36-1E6C-B37DC55A9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864" y="566241"/>
            <a:ext cx="1010092" cy="1554419"/>
          </a:xfrm>
          <a:prstGeom prst="rect">
            <a:avLst/>
          </a:prstGeom>
        </p:spPr>
      </p:pic>
      <p:pic>
        <p:nvPicPr>
          <p:cNvPr id="19" name="Picture 18" descr="A yellow and black triangle&#10;&#10;AI-generated content may be incorrect.">
            <a:extLst>
              <a:ext uri="{FF2B5EF4-FFF2-40B4-BE49-F238E27FC236}">
                <a16:creationId xmlns:a16="http://schemas.microsoft.com/office/drawing/2014/main" id="{A1B85FC2-FE25-AE6E-8B94-20C7A14023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5677" y="1621243"/>
            <a:ext cx="992776" cy="992776"/>
          </a:xfrm>
          <a:prstGeom prst="rect">
            <a:avLst/>
          </a:prstGeom>
        </p:spPr>
      </p:pic>
      <p:pic>
        <p:nvPicPr>
          <p:cNvPr id="21" name="Picture 20" descr="A pixelated red and black object&#10;&#10;AI-generated content may be incorrect.">
            <a:extLst>
              <a:ext uri="{FF2B5EF4-FFF2-40B4-BE49-F238E27FC236}">
                <a16:creationId xmlns:a16="http://schemas.microsoft.com/office/drawing/2014/main" id="{501C22D9-FD43-EA26-22B0-94FB4A6859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374" y="3811244"/>
            <a:ext cx="1524000" cy="1524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E42032-1CE2-ECAC-3803-19B02244F2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82601" y="2804685"/>
            <a:ext cx="394651" cy="405613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48BF8BD-F9DC-FC66-60BB-DE41525969D1}"/>
              </a:ext>
            </a:extLst>
          </p:cNvPr>
          <p:cNvSpPr txBox="1"/>
          <p:nvPr/>
        </p:nvSpPr>
        <p:spPr>
          <a:xfrm>
            <a:off x="8891917" y="4091010"/>
            <a:ext cx="2890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Remember to use your tools!</a:t>
            </a:r>
          </a:p>
        </p:txBody>
      </p:sp>
    </p:spTree>
    <p:extLst>
      <p:ext uri="{BB962C8B-B14F-4D97-AF65-F5344CB8AC3E}">
        <p14:creationId xmlns:p14="http://schemas.microsoft.com/office/powerpoint/2010/main" val="2006022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EBD35-5368-0BD9-719A-CA4815581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ctr"/>
            <a:r>
              <a:rPr lang="en-GB" dirty="0">
                <a:latin typeface="Arial Nova" panose="020B0504020202020204" pitchFamily="34" charset="0"/>
              </a:rPr>
              <a:t>It looks good, but</a:t>
            </a:r>
            <a:br>
              <a:rPr lang="en-GB" sz="7200" b="1" dirty="0">
                <a:latin typeface="Arial Nova" panose="020B0504020202020204" pitchFamily="34" charset="0"/>
              </a:rPr>
            </a:br>
            <a:r>
              <a:rPr lang="en-GB" sz="7200" b="1" dirty="0">
                <a:latin typeface="Arial Nova" panose="020B0504020202020204" pitchFamily="34" charset="0"/>
              </a:rPr>
              <a:t>SOMETHING FEELS… OFF!</a:t>
            </a:r>
            <a:br>
              <a:rPr lang="en-GB" sz="7200" b="1" dirty="0">
                <a:latin typeface="Arial Nova" panose="020B0504020202020204" pitchFamily="34" charset="0"/>
              </a:rPr>
            </a:br>
            <a:r>
              <a:rPr lang="en-GB" dirty="0">
                <a:latin typeface="Arial Nova" panose="020B0504020202020204" pitchFamily="34" charset="0"/>
              </a:rPr>
              <a:t>What do you think it could be?</a:t>
            </a:r>
            <a:endParaRPr lang="en-GB" sz="7200" dirty="0">
              <a:latin typeface="Arial Nova" panose="020B05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C9DAEB-7A73-F76E-A854-3F2B4796BD12}"/>
              </a:ext>
            </a:extLst>
          </p:cNvPr>
          <p:cNvSpPr txBox="1"/>
          <p:nvPr/>
        </p:nvSpPr>
        <p:spPr>
          <a:xfrm>
            <a:off x="0" y="0"/>
            <a:ext cx="6646606" cy="3834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Pixel Art Club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8D368-D6E3-1C41-CA42-357B4F8106AF}"/>
              </a:ext>
            </a:extLst>
          </p:cNvPr>
          <p:cNvSpPr txBox="1"/>
          <p:nvPr/>
        </p:nvSpPr>
        <p:spPr>
          <a:xfrm>
            <a:off x="8996516" y="0"/>
            <a:ext cx="3180736" cy="38345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L1- Keys of Pixel 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6DE1F7-4B2C-535A-9803-A762405BB033}"/>
              </a:ext>
            </a:extLst>
          </p:cNvPr>
          <p:cNvSpPr txBox="1"/>
          <p:nvPr/>
        </p:nvSpPr>
        <p:spPr>
          <a:xfrm>
            <a:off x="6646606" y="0"/>
            <a:ext cx="2349910" cy="3834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Topic 1 - Basics</a:t>
            </a:r>
          </a:p>
        </p:txBody>
      </p:sp>
    </p:spTree>
    <p:extLst>
      <p:ext uri="{BB962C8B-B14F-4D97-AF65-F5344CB8AC3E}">
        <p14:creationId xmlns:p14="http://schemas.microsoft.com/office/powerpoint/2010/main" val="1588607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42385-3047-E74D-C838-0769DCD48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- Issues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1ADE9C-F815-713E-4400-E1DC739F0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857" y="2261354"/>
            <a:ext cx="5660286" cy="28893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C9E457-038A-E465-4A17-A0A9F6D6368F}"/>
              </a:ext>
            </a:extLst>
          </p:cNvPr>
          <p:cNvSpPr txBox="1"/>
          <p:nvPr/>
        </p:nvSpPr>
        <p:spPr>
          <a:xfrm>
            <a:off x="3362632" y="1729557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Which of these 2 looks better?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8BE98-BDF9-2361-376D-F2FB3653FD9A}"/>
              </a:ext>
            </a:extLst>
          </p:cNvPr>
          <p:cNvSpPr txBox="1"/>
          <p:nvPr/>
        </p:nvSpPr>
        <p:spPr>
          <a:xfrm>
            <a:off x="186813" y="2261354"/>
            <a:ext cx="2792361" cy="3970318"/>
          </a:xfrm>
          <a:prstGeom prst="rect">
            <a:avLst/>
          </a:prstGeom>
          <a:noFill/>
          <a:ln w="7620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Votes:</a:t>
            </a:r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F17ED7-9F09-EA7A-E0CE-C8DE686AFE5B}"/>
              </a:ext>
            </a:extLst>
          </p:cNvPr>
          <p:cNvSpPr txBox="1"/>
          <p:nvPr/>
        </p:nvSpPr>
        <p:spPr>
          <a:xfrm>
            <a:off x="9212826" y="2261354"/>
            <a:ext cx="2792361" cy="3970318"/>
          </a:xfrm>
          <a:prstGeom prst="rect">
            <a:avLst/>
          </a:prstGeom>
          <a:noFill/>
          <a:ln w="7620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Votes:</a:t>
            </a:r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8D97ABA-E2BF-15B5-7E1C-914B1A95176B}"/>
              </a:ext>
            </a:extLst>
          </p:cNvPr>
          <p:cNvCxnSpPr>
            <a:stCxn id="5" idx="0"/>
          </p:cNvCxnSpPr>
          <p:nvPr/>
        </p:nvCxnSpPr>
        <p:spPr>
          <a:xfrm>
            <a:off x="6096000" y="2261354"/>
            <a:ext cx="0" cy="4596646"/>
          </a:xfrm>
          <a:prstGeom prst="line">
            <a:avLst/>
          </a:prstGeom>
          <a:ln w="152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782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334A6-9FFD-A64D-D806-861265EA7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What’s the trick?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3962EA-7568-5E63-691A-743E23A7596F}"/>
              </a:ext>
            </a:extLst>
          </p:cNvPr>
          <p:cNvSpPr txBox="1"/>
          <p:nvPr/>
        </p:nvSpPr>
        <p:spPr>
          <a:xfrm>
            <a:off x="540774" y="1690688"/>
            <a:ext cx="38247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Unless you are going for contrast, make the outline of your character a bolder or lighter colour of the overall scheme, especially for multi-sprite projects.</a:t>
            </a:r>
          </a:p>
        </p:txBody>
      </p:sp>
    </p:spTree>
    <p:extLst>
      <p:ext uri="{BB962C8B-B14F-4D97-AF65-F5344CB8AC3E}">
        <p14:creationId xmlns:p14="http://schemas.microsoft.com/office/powerpoint/2010/main" val="2426864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499</Words>
  <Application>Microsoft Office PowerPoint</Application>
  <PresentationFormat>Widescreen</PresentationFormat>
  <Paragraphs>75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Malgun Gothic</vt:lpstr>
      <vt:lpstr>Aptos</vt:lpstr>
      <vt:lpstr>Aptos Display</vt:lpstr>
      <vt:lpstr>Arial</vt:lpstr>
      <vt:lpstr>Arial Nova</vt:lpstr>
      <vt:lpstr>Office Theme</vt:lpstr>
      <vt:lpstr>1 - Keys of Pixel Art</vt:lpstr>
      <vt:lpstr>What is Pixel Art</vt:lpstr>
      <vt:lpstr>What will you learn?</vt:lpstr>
      <vt:lpstr>Getting Started – Layout</vt:lpstr>
      <vt:lpstr>How to – Basic Shapes</vt:lpstr>
      <vt:lpstr>It looks good, but SOMETHING FEELS… OFF! What do you think it could be?</vt:lpstr>
      <vt:lpstr>Examples - Issues</vt:lpstr>
      <vt:lpstr>What’s the trick?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Alistair Taylor</dc:creator>
  <cp:lastModifiedBy>Alistair Taylor</cp:lastModifiedBy>
  <cp:revision>3</cp:revision>
  <dcterms:created xsi:type="dcterms:W3CDTF">2026-10-11T14:53:24Z</dcterms:created>
  <dcterms:modified xsi:type="dcterms:W3CDTF">2026-10-22T11:08:48Z</dcterms:modified>
</cp:coreProperties>
</file>